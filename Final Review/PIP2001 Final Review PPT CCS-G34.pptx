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78" r:id="rId2"/>
    <p:sldId id="257" r:id="rId3"/>
    <p:sldId id="258" r:id="rId4"/>
    <p:sldId id="276" r:id="rId5"/>
    <p:sldId id="279" r:id="rId6"/>
    <p:sldId id="259" r:id="rId7"/>
    <p:sldId id="280" r:id="rId8"/>
    <p:sldId id="260" r:id="rId9"/>
    <p:sldId id="281" r:id="rId10"/>
    <p:sldId id="261" r:id="rId11"/>
    <p:sldId id="275" r:id="rId12"/>
    <p:sldId id="277" r:id="rId13"/>
    <p:sldId id="282" r:id="rId14"/>
    <p:sldId id="262" r:id="rId15"/>
    <p:sldId id="263" r:id="rId16"/>
    <p:sldId id="264" r:id="rId17"/>
    <p:sldId id="283" r:id="rId18"/>
    <p:sldId id="284" r:id="rId19"/>
    <p:sldId id="274" r:id="rId20"/>
    <p:sldId id="285" r:id="rId21"/>
    <p:sldId id="286" r:id="rId22"/>
    <p:sldId id="287" r:id="rId23"/>
    <p:sldId id="288" r:id="rId24"/>
    <p:sldId id="289" r:id="rId25"/>
    <p:sldId id="2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EF361-EFBD-8E92-EA8B-1FAD8067AAC6}" v="2" dt="2024-11-19T15:48:27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E GUPTA" userId="9b303d28-60bd-4a86-b1de-17a0cfbfeb9b" providerId="ADAL" clId="{6861FF37-7370-4C91-AE7E-F6BAF18C2FAF}"/>
    <pc:docChg chg="undo custSel addSld delSld modSld sldOrd">
      <pc:chgData name="PRINCE GUPTA" userId="9b303d28-60bd-4a86-b1de-17a0cfbfeb9b" providerId="ADAL" clId="{6861FF37-7370-4C91-AE7E-F6BAF18C2FAF}" dt="2024-10-18T05:59:41.779" v="436" actId="1076"/>
      <pc:docMkLst>
        <pc:docMk/>
      </pc:docMkLst>
      <pc:sldChg chg="del">
        <pc:chgData name="PRINCE GUPTA" userId="9b303d28-60bd-4a86-b1de-17a0cfbfeb9b" providerId="ADAL" clId="{6861FF37-7370-4C91-AE7E-F6BAF18C2FAF}" dt="2024-10-17T05:47:49.757" v="6" actId="47"/>
        <pc:sldMkLst>
          <pc:docMk/>
          <pc:sldMk cId="0" sldId="256"/>
        </pc:sldMkLst>
      </pc:sldChg>
      <pc:sldChg chg="modSp mod">
        <pc:chgData name="PRINCE GUPTA" userId="9b303d28-60bd-4a86-b1de-17a0cfbfeb9b" providerId="ADAL" clId="{6861FF37-7370-4C91-AE7E-F6BAF18C2FAF}" dt="2024-10-17T16:44:53.243" v="32" actId="255"/>
        <pc:sldMkLst>
          <pc:docMk/>
          <pc:sldMk cId="3633487232" sldId="257"/>
        </pc:sldMkLst>
        <pc:spChg chg="mod">
          <ac:chgData name="PRINCE GUPTA" userId="9b303d28-60bd-4a86-b1de-17a0cfbfeb9b" providerId="ADAL" clId="{6861FF37-7370-4C91-AE7E-F6BAF18C2FAF}" dt="2024-10-17T16:44:53.243" v="32" actId="255"/>
          <ac:spMkLst>
            <pc:docMk/>
            <pc:sldMk cId="3633487232" sldId="257"/>
            <ac:spMk id="3" creationId="{00000000-0000-0000-0000-000000000000}"/>
          </ac:spMkLst>
        </pc:spChg>
      </pc:sldChg>
      <pc:sldChg chg="addSp delSp modSp mod">
        <pc:chgData name="PRINCE GUPTA" userId="9b303d28-60bd-4a86-b1de-17a0cfbfeb9b" providerId="ADAL" clId="{6861FF37-7370-4C91-AE7E-F6BAF18C2FAF}" dt="2024-10-17T16:56:16.869" v="212" actId="20577"/>
        <pc:sldMkLst>
          <pc:docMk/>
          <pc:sldMk cId="3767711167" sldId="258"/>
        </pc:sldMkLst>
        <pc:spChg chg="add del mod">
          <ac:chgData name="PRINCE GUPTA" userId="9b303d28-60bd-4a86-b1de-17a0cfbfeb9b" providerId="ADAL" clId="{6861FF37-7370-4C91-AE7E-F6BAF18C2FAF}" dt="2024-10-17T16:52:48.599" v="44"/>
          <ac:spMkLst>
            <pc:docMk/>
            <pc:sldMk cId="3767711167" sldId="258"/>
            <ac:spMk id="3" creationId="{00000000-0000-0000-0000-000000000000}"/>
          </ac:spMkLst>
        </pc:spChg>
        <pc:spChg chg="add mod">
          <ac:chgData name="PRINCE GUPTA" userId="9b303d28-60bd-4a86-b1de-17a0cfbfeb9b" providerId="ADAL" clId="{6861FF37-7370-4C91-AE7E-F6BAF18C2FAF}" dt="2024-10-17T16:52:42.441" v="36"/>
          <ac:spMkLst>
            <pc:docMk/>
            <pc:sldMk cId="3767711167" sldId="258"/>
            <ac:spMk id="4" creationId="{57A5DE3A-74E5-4B22-52FE-201B5DBEFF81}"/>
          </ac:spMkLst>
        </pc:spChg>
        <pc:spChg chg="add mod">
          <ac:chgData name="PRINCE GUPTA" userId="9b303d28-60bd-4a86-b1de-17a0cfbfeb9b" providerId="ADAL" clId="{6861FF37-7370-4C91-AE7E-F6BAF18C2FAF}" dt="2024-10-17T16:52:44.798" v="40"/>
          <ac:spMkLst>
            <pc:docMk/>
            <pc:sldMk cId="3767711167" sldId="258"/>
            <ac:spMk id="5" creationId="{43A2EFD9-F38B-9E97-484E-484653A27744}"/>
          </ac:spMkLst>
        </pc:spChg>
        <pc:spChg chg="add mod">
          <ac:chgData name="PRINCE GUPTA" userId="9b303d28-60bd-4a86-b1de-17a0cfbfeb9b" providerId="ADAL" clId="{6861FF37-7370-4C91-AE7E-F6BAF18C2FAF}" dt="2024-10-17T16:56:16.869" v="212" actId="20577"/>
          <ac:spMkLst>
            <pc:docMk/>
            <pc:sldMk cId="3767711167" sldId="258"/>
            <ac:spMk id="6" creationId="{E56680BB-4335-D628-A93F-8A712009563A}"/>
          </ac:spMkLst>
        </pc:spChg>
      </pc:sldChg>
      <pc:sldChg chg="addSp delSp modSp mod">
        <pc:chgData name="PRINCE GUPTA" userId="9b303d28-60bd-4a86-b1de-17a0cfbfeb9b" providerId="ADAL" clId="{6861FF37-7370-4C91-AE7E-F6BAF18C2FAF}" dt="2024-10-17T17:22:45.815" v="288" actId="1076"/>
        <pc:sldMkLst>
          <pc:docMk/>
          <pc:sldMk cId="2659618667" sldId="259"/>
        </pc:sldMkLst>
        <pc:spChg chg="del">
          <ac:chgData name="PRINCE GUPTA" userId="9b303d28-60bd-4a86-b1de-17a0cfbfeb9b" providerId="ADAL" clId="{6861FF37-7370-4C91-AE7E-F6BAF18C2FAF}" dt="2024-10-17T17:20:36.831" v="245"/>
          <ac:spMkLst>
            <pc:docMk/>
            <pc:sldMk cId="2659618667" sldId="259"/>
            <ac:spMk id="3" creationId="{00000000-0000-0000-0000-000000000000}"/>
          </ac:spMkLst>
        </pc:spChg>
        <pc:spChg chg="add mod">
          <ac:chgData name="PRINCE GUPTA" userId="9b303d28-60bd-4a86-b1de-17a0cfbfeb9b" providerId="ADAL" clId="{6861FF37-7370-4C91-AE7E-F6BAF18C2FAF}" dt="2024-10-17T17:22:45.815" v="288" actId="1076"/>
          <ac:spMkLst>
            <pc:docMk/>
            <pc:sldMk cId="2659618667" sldId="259"/>
            <ac:spMk id="4" creationId="{9559E832-3D24-3F19-26EA-015E0B1CC8D1}"/>
          </ac:spMkLst>
        </pc:spChg>
      </pc:sldChg>
      <pc:sldChg chg="addSp delSp modSp mod">
        <pc:chgData name="PRINCE GUPTA" userId="9b303d28-60bd-4a86-b1de-17a0cfbfeb9b" providerId="ADAL" clId="{6861FF37-7370-4C91-AE7E-F6BAF18C2FAF}" dt="2024-10-17T17:25:35.217" v="319" actId="1076"/>
        <pc:sldMkLst>
          <pc:docMk/>
          <pc:sldMk cId="2666729557" sldId="260"/>
        </pc:sldMkLst>
        <pc:spChg chg="del">
          <ac:chgData name="PRINCE GUPTA" userId="9b303d28-60bd-4a86-b1de-17a0cfbfeb9b" providerId="ADAL" clId="{6861FF37-7370-4C91-AE7E-F6BAF18C2FAF}" dt="2024-10-17T17:24:11.565" v="289"/>
          <ac:spMkLst>
            <pc:docMk/>
            <pc:sldMk cId="2666729557" sldId="260"/>
            <ac:spMk id="3" creationId="{00000000-0000-0000-0000-000000000000}"/>
          </ac:spMkLst>
        </pc:spChg>
        <pc:spChg chg="add mod">
          <ac:chgData name="PRINCE GUPTA" userId="9b303d28-60bd-4a86-b1de-17a0cfbfeb9b" providerId="ADAL" clId="{6861FF37-7370-4C91-AE7E-F6BAF18C2FAF}" dt="2024-10-17T17:25:35.217" v="319" actId="1076"/>
          <ac:spMkLst>
            <pc:docMk/>
            <pc:sldMk cId="2666729557" sldId="260"/>
            <ac:spMk id="4" creationId="{7FC3F82E-778E-564D-4444-EFC8C06AA1FD}"/>
          </ac:spMkLst>
        </pc:spChg>
      </pc:sldChg>
      <pc:sldChg chg="addSp delSp modSp mod modNotesTx">
        <pc:chgData name="PRINCE GUPTA" userId="9b303d28-60bd-4a86-b1de-17a0cfbfeb9b" providerId="ADAL" clId="{6861FF37-7370-4C91-AE7E-F6BAF18C2FAF}" dt="2024-10-17T17:28:09.344" v="341" actId="20577"/>
        <pc:sldMkLst>
          <pc:docMk/>
          <pc:sldMk cId="2314944744" sldId="261"/>
        </pc:sldMkLst>
        <pc:spChg chg="del">
          <ac:chgData name="PRINCE GUPTA" userId="9b303d28-60bd-4a86-b1de-17a0cfbfeb9b" providerId="ADAL" clId="{6861FF37-7370-4C91-AE7E-F6BAF18C2FAF}" dt="2024-10-17T17:27:18.930" v="321"/>
          <ac:spMkLst>
            <pc:docMk/>
            <pc:sldMk cId="2314944744" sldId="261"/>
            <ac:spMk id="3" creationId="{00000000-0000-0000-0000-000000000000}"/>
          </ac:spMkLst>
        </pc:spChg>
        <pc:spChg chg="add mod">
          <ac:chgData name="PRINCE GUPTA" userId="9b303d28-60bd-4a86-b1de-17a0cfbfeb9b" providerId="ADAL" clId="{6861FF37-7370-4C91-AE7E-F6BAF18C2FAF}" dt="2024-10-17T17:28:09.344" v="341" actId="20577"/>
          <ac:spMkLst>
            <pc:docMk/>
            <pc:sldMk cId="2314944744" sldId="261"/>
            <ac:spMk id="4" creationId="{22DBC751-3A63-9E5D-47A7-922CC289E6D4}"/>
          </ac:spMkLst>
        </pc:spChg>
      </pc:sldChg>
      <pc:sldChg chg="addSp delSp modSp mod">
        <pc:chgData name="PRINCE GUPTA" userId="9b303d28-60bd-4a86-b1de-17a0cfbfeb9b" providerId="ADAL" clId="{6861FF37-7370-4C91-AE7E-F6BAF18C2FAF}" dt="2024-10-17T17:29:30.422" v="343" actId="1076"/>
        <pc:sldMkLst>
          <pc:docMk/>
          <pc:sldMk cId="3677332887" sldId="262"/>
        </pc:sldMkLst>
        <pc:spChg chg="del">
          <ac:chgData name="PRINCE GUPTA" userId="9b303d28-60bd-4a86-b1de-17a0cfbfeb9b" providerId="ADAL" clId="{6861FF37-7370-4C91-AE7E-F6BAF18C2FAF}" dt="2024-10-17T17:29:22.031" v="342"/>
          <ac:spMkLst>
            <pc:docMk/>
            <pc:sldMk cId="3677332887" sldId="262"/>
            <ac:spMk id="3" creationId="{00000000-0000-0000-0000-000000000000}"/>
          </ac:spMkLst>
        </pc:spChg>
        <pc:picChg chg="add mod">
          <ac:chgData name="PRINCE GUPTA" userId="9b303d28-60bd-4a86-b1de-17a0cfbfeb9b" providerId="ADAL" clId="{6861FF37-7370-4C91-AE7E-F6BAF18C2FAF}" dt="2024-10-17T17:29:30.422" v="343" actId="1076"/>
          <ac:picMkLst>
            <pc:docMk/>
            <pc:sldMk cId="3677332887" sldId="262"/>
            <ac:picMk id="5" creationId="{045A7A8F-83FD-1ECF-9EBA-00B66A54C085}"/>
          </ac:picMkLst>
        </pc:picChg>
      </pc:sldChg>
      <pc:sldChg chg="addSp delSp modSp mod">
        <pc:chgData name="PRINCE GUPTA" userId="9b303d28-60bd-4a86-b1de-17a0cfbfeb9b" providerId="ADAL" clId="{6861FF37-7370-4C91-AE7E-F6BAF18C2FAF}" dt="2024-10-17T17:41:13.512" v="404" actId="1076"/>
        <pc:sldMkLst>
          <pc:docMk/>
          <pc:sldMk cId="1923928155" sldId="263"/>
        </pc:sldMkLst>
        <pc:spChg chg="del">
          <ac:chgData name="PRINCE GUPTA" userId="9b303d28-60bd-4a86-b1de-17a0cfbfeb9b" providerId="ADAL" clId="{6861FF37-7370-4C91-AE7E-F6BAF18C2FAF}" dt="2024-10-17T17:40:09.212" v="381"/>
          <ac:spMkLst>
            <pc:docMk/>
            <pc:sldMk cId="1923928155" sldId="263"/>
            <ac:spMk id="3" creationId="{00000000-0000-0000-0000-000000000000}"/>
          </ac:spMkLst>
        </pc:spChg>
        <pc:spChg chg="add mod">
          <ac:chgData name="PRINCE GUPTA" userId="9b303d28-60bd-4a86-b1de-17a0cfbfeb9b" providerId="ADAL" clId="{6861FF37-7370-4C91-AE7E-F6BAF18C2FAF}" dt="2024-10-17T17:41:13.512" v="404" actId="1076"/>
          <ac:spMkLst>
            <pc:docMk/>
            <pc:sldMk cId="1923928155" sldId="263"/>
            <ac:spMk id="4" creationId="{CD1525AA-AF5B-7C24-961E-275F974C5DA3}"/>
          </ac:spMkLst>
        </pc:spChg>
      </pc:sldChg>
      <pc:sldChg chg="addSp delSp modSp mod">
        <pc:chgData name="PRINCE GUPTA" userId="9b303d28-60bd-4a86-b1de-17a0cfbfeb9b" providerId="ADAL" clId="{6861FF37-7370-4C91-AE7E-F6BAF18C2FAF}" dt="2024-10-17T17:44:08.776" v="420" actId="1076"/>
        <pc:sldMkLst>
          <pc:docMk/>
          <pc:sldMk cId="2238571193" sldId="264"/>
        </pc:sldMkLst>
        <pc:spChg chg="del">
          <ac:chgData name="PRINCE GUPTA" userId="9b303d28-60bd-4a86-b1de-17a0cfbfeb9b" providerId="ADAL" clId="{6861FF37-7370-4C91-AE7E-F6BAF18C2FAF}" dt="2024-10-17T17:43:16.858" v="407"/>
          <ac:spMkLst>
            <pc:docMk/>
            <pc:sldMk cId="2238571193" sldId="264"/>
            <ac:spMk id="3" creationId="{00000000-0000-0000-0000-000000000000}"/>
          </ac:spMkLst>
        </pc:spChg>
        <pc:spChg chg="add mod">
          <ac:chgData name="PRINCE GUPTA" userId="9b303d28-60bd-4a86-b1de-17a0cfbfeb9b" providerId="ADAL" clId="{6861FF37-7370-4C91-AE7E-F6BAF18C2FAF}" dt="2024-10-17T17:44:08.776" v="420" actId="1076"/>
          <ac:spMkLst>
            <pc:docMk/>
            <pc:sldMk cId="2238571193" sldId="264"/>
            <ac:spMk id="4" creationId="{230DB37D-E3C7-50FA-0131-F9F13C7F90DF}"/>
          </ac:spMkLst>
        </pc:spChg>
      </pc:sldChg>
      <pc:sldChg chg="del">
        <pc:chgData name="PRINCE GUPTA" userId="9b303d28-60bd-4a86-b1de-17a0cfbfeb9b" providerId="ADAL" clId="{6861FF37-7370-4C91-AE7E-F6BAF18C2FAF}" dt="2024-10-17T17:45:05.653" v="422" actId="47"/>
        <pc:sldMkLst>
          <pc:docMk/>
          <pc:sldMk cId="3613863315" sldId="265"/>
        </pc:sldMkLst>
      </pc:sldChg>
      <pc:sldChg chg="del">
        <pc:chgData name="PRINCE GUPTA" userId="9b303d28-60bd-4a86-b1de-17a0cfbfeb9b" providerId="ADAL" clId="{6861FF37-7370-4C91-AE7E-F6BAF18C2FAF}" dt="2024-10-17T17:41:43.485" v="406" actId="47"/>
        <pc:sldMkLst>
          <pc:docMk/>
          <pc:sldMk cId="2856357337" sldId="268"/>
        </pc:sldMkLst>
      </pc:sldChg>
      <pc:sldChg chg="modSp mod">
        <pc:chgData name="PRINCE GUPTA" userId="9b303d28-60bd-4a86-b1de-17a0cfbfeb9b" providerId="ADAL" clId="{6861FF37-7370-4C91-AE7E-F6BAF18C2FAF}" dt="2024-10-17T17:45:39.031" v="424" actId="1076"/>
        <pc:sldMkLst>
          <pc:docMk/>
          <pc:sldMk cId="3795449471" sldId="274"/>
        </pc:sldMkLst>
        <pc:picChg chg="mod">
          <ac:chgData name="PRINCE GUPTA" userId="9b303d28-60bd-4a86-b1de-17a0cfbfeb9b" providerId="ADAL" clId="{6861FF37-7370-4C91-AE7E-F6BAF18C2FAF}" dt="2024-10-17T17:45:39.031" v="424" actId="1076"/>
          <ac:picMkLst>
            <pc:docMk/>
            <pc:sldMk cId="3795449471" sldId="274"/>
            <ac:picMk id="8" creationId="{90DEF78C-A0C4-EB04-02C4-4052E05259EB}"/>
          </ac:picMkLst>
        </pc:picChg>
      </pc:sldChg>
      <pc:sldChg chg="addSp delSp modSp mod">
        <pc:chgData name="PRINCE GUPTA" userId="9b303d28-60bd-4a86-b1de-17a0cfbfeb9b" providerId="ADAL" clId="{6861FF37-7370-4C91-AE7E-F6BAF18C2FAF}" dt="2024-10-18T05:59:41.779" v="436" actId="1076"/>
        <pc:sldMkLst>
          <pc:docMk/>
          <pc:sldMk cId="593898751" sldId="275"/>
        </pc:sldMkLst>
        <pc:spChg chg="mod">
          <ac:chgData name="PRINCE GUPTA" userId="9b303d28-60bd-4a86-b1de-17a0cfbfeb9b" providerId="ADAL" clId="{6861FF37-7370-4C91-AE7E-F6BAF18C2FAF}" dt="2024-10-18T05:24:17.540" v="428" actId="20577"/>
          <ac:spMkLst>
            <pc:docMk/>
            <pc:sldMk cId="593898751" sldId="275"/>
            <ac:spMk id="2" creationId="{B155A156-B1FC-CA07-89DA-0BCF63C14900}"/>
          </ac:spMkLst>
        </pc:spChg>
        <pc:spChg chg="del">
          <ac:chgData name="PRINCE GUPTA" userId="9b303d28-60bd-4a86-b1de-17a0cfbfeb9b" providerId="ADAL" clId="{6861FF37-7370-4C91-AE7E-F6BAF18C2FAF}" dt="2024-10-18T05:34:20.098" v="429" actId="22"/>
          <ac:spMkLst>
            <pc:docMk/>
            <pc:sldMk cId="593898751" sldId="275"/>
            <ac:spMk id="3" creationId="{E247C48A-A695-CEA8-2CD0-BD39108BAB2F}"/>
          </ac:spMkLst>
        </pc:spChg>
        <pc:spChg chg="add del mod">
          <ac:chgData name="PRINCE GUPTA" userId="9b303d28-60bd-4a86-b1de-17a0cfbfeb9b" providerId="ADAL" clId="{6861FF37-7370-4C91-AE7E-F6BAF18C2FAF}" dt="2024-10-18T05:58:14.135" v="434"/>
          <ac:spMkLst>
            <pc:docMk/>
            <pc:sldMk cId="593898751" sldId="275"/>
            <ac:spMk id="7" creationId="{5A6E243D-7611-6AC5-5BA0-43D19AD992C2}"/>
          </ac:spMkLst>
        </pc:spChg>
        <pc:picChg chg="add del mod ord">
          <ac:chgData name="PRINCE GUPTA" userId="9b303d28-60bd-4a86-b1de-17a0cfbfeb9b" providerId="ADAL" clId="{6861FF37-7370-4C91-AE7E-F6BAF18C2FAF}" dt="2024-10-18T05:34:32.190" v="433" actId="478"/>
          <ac:picMkLst>
            <pc:docMk/>
            <pc:sldMk cId="593898751" sldId="275"/>
            <ac:picMk id="5" creationId="{D21D4686-DE68-CCDD-D3AF-BA4858174065}"/>
          </ac:picMkLst>
        </pc:picChg>
        <pc:picChg chg="add mod">
          <ac:chgData name="PRINCE GUPTA" userId="9b303d28-60bd-4a86-b1de-17a0cfbfeb9b" providerId="ADAL" clId="{6861FF37-7370-4C91-AE7E-F6BAF18C2FAF}" dt="2024-10-18T05:59:41.779" v="436" actId="1076"/>
          <ac:picMkLst>
            <pc:docMk/>
            <pc:sldMk cId="593898751" sldId="275"/>
            <ac:picMk id="9" creationId="{22E68437-4F94-16B2-2DDA-99E6F1F6371F}"/>
          </ac:picMkLst>
        </pc:picChg>
      </pc:sldChg>
      <pc:sldChg chg="addSp delSp modSp mod">
        <pc:chgData name="PRINCE GUPTA" userId="9b303d28-60bd-4a86-b1de-17a0cfbfeb9b" providerId="ADAL" clId="{6861FF37-7370-4C91-AE7E-F6BAF18C2FAF}" dt="2024-10-17T17:06:08.414" v="239" actId="20577"/>
        <pc:sldMkLst>
          <pc:docMk/>
          <pc:sldMk cId="1637666217" sldId="276"/>
        </pc:sldMkLst>
        <pc:spChg chg="del">
          <ac:chgData name="PRINCE GUPTA" userId="9b303d28-60bd-4a86-b1de-17a0cfbfeb9b" providerId="ADAL" clId="{6861FF37-7370-4C91-AE7E-F6BAF18C2FAF}" dt="2024-10-17T17:04:21.182" v="213"/>
          <ac:spMkLst>
            <pc:docMk/>
            <pc:sldMk cId="1637666217" sldId="276"/>
            <ac:spMk id="3" creationId="{6B8BBEEA-9AE3-9AD1-DBF4-A2CC98EF1B9B}"/>
          </ac:spMkLst>
        </pc:spChg>
        <pc:spChg chg="add mod">
          <ac:chgData name="PRINCE GUPTA" userId="9b303d28-60bd-4a86-b1de-17a0cfbfeb9b" providerId="ADAL" clId="{6861FF37-7370-4C91-AE7E-F6BAF18C2FAF}" dt="2024-10-17T17:06:08.414" v="239" actId="20577"/>
          <ac:spMkLst>
            <pc:docMk/>
            <pc:sldMk cId="1637666217" sldId="276"/>
            <ac:spMk id="4" creationId="{C004084E-F2C8-8D5F-6E22-AE2E0467188E}"/>
          </ac:spMkLst>
        </pc:spChg>
      </pc:sldChg>
      <pc:sldChg chg="modSp mod">
        <pc:chgData name="PRINCE GUPTA" userId="9b303d28-60bd-4a86-b1de-17a0cfbfeb9b" providerId="ADAL" clId="{6861FF37-7370-4C91-AE7E-F6BAF18C2FAF}" dt="2024-10-17T17:38:47.195" v="373" actId="27636"/>
        <pc:sldMkLst>
          <pc:docMk/>
          <pc:sldMk cId="825552305" sldId="277"/>
        </pc:sldMkLst>
        <pc:spChg chg="mod">
          <ac:chgData name="PRINCE GUPTA" userId="9b303d28-60bd-4a86-b1de-17a0cfbfeb9b" providerId="ADAL" clId="{6861FF37-7370-4C91-AE7E-F6BAF18C2FAF}" dt="2024-10-17T17:38:47.195" v="373" actId="27636"/>
          <ac:spMkLst>
            <pc:docMk/>
            <pc:sldMk cId="825552305" sldId="277"/>
            <ac:spMk id="3" creationId="{15C84BCC-0DB1-FDE0-3402-D7F5BF535CDB}"/>
          </ac:spMkLst>
        </pc:spChg>
      </pc:sldChg>
      <pc:sldChg chg="modSp add mod ord">
        <pc:chgData name="PRINCE GUPTA" userId="9b303d28-60bd-4a86-b1de-17a0cfbfeb9b" providerId="ADAL" clId="{6861FF37-7370-4C91-AE7E-F6BAF18C2FAF}" dt="2024-10-17T05:47:44.365" v="5" actId="20577"/>
        <pc:sldMkLst>
          <pc:docMk/>
          <pc:sldMk cId="0" sldId="278"/>
        </pc:sldMkLst>
        <pc:spChg chg="mod">
          <ac:chgData name="PRINCE GUPTA" userId="9b303d28-60bd-4a86-b1de-17a0cfbfeb9b" providerId="ADAL" clId="{6861FF37-7370-4C91-AE7E-F6BAF18C2FAF}" dt="2024-10-17T05:47:37.979" v="1" actId="27636"/>
          <ac:spMkLst>
            <pc:docMk/>
            <pc:sldMk cId="0" sldId="278"/>
            <ac:spMk id="90" creationId="{00000000-0000-0000-0000-000000000000}"/>
          </ac:spMkLst>
        </pc:spChg>
        <pc:spChg chg="mod">
          <ac:chgData name="PRINCE GUPTA" userId="9b303d28-60bd-4a86-b1de-17a0cfbfeb9b" providerId="ADAL" clId="{6861FF37-7370-4C91-AE7E-F6BAF18C2FAF}" dt="2024-10-17T05:47:44.365" v="5" actId="20577"/>
          <ac:spMkLst>
            <pc:docMk/>
            <pc:sldMk cId="0" sldId="278"/>
            <ac:spMk id="91" creationId="{00000000-0000-0000-0000-000000000000}"/>
          </ac:spMkLst>
        </pc:spChg>
      </pc:sldChg>
      <pc:sldChg chg="modSp add mod">
        <pc:chgData name="PRINCE GUPTA" userId="9b303d28-60bd-4a86-b1de-17a0cfbfeb9b" providerId="ADAL" clId="{6861FF37-7370-4C91-AE7E-F6BAF18C2FAF}" dt="2024-10-17T17:06:19.662" v="244" actId="20577"/>
        <pc:sldMkLst>
          <pc:docMk/>
          <pc:sldMk cId="262529389" sldId="279"/>
        </pc:sldMkLst>
        <pc:spChg chg="mod">
          <ac:chgData name="PRINCE GUPTA" userId="9b303d28-60bd-4a86-b1de-17a0cfbfeb9b" providerId="ADAL" clId="{6861FF37-7370-4C91-AE7E-F6BAF18C2FAF}" dt="2024-10-17T17:06:19.662" v="244" actId="20577"/>
          <ac:spMkLst>
            <pc:docMk/>
            <pc:sldMk cId="262529389" sldId="279"/>
            <ac:spMk id="4" creationId="{C004084E-F2C8-8D5F-6E22-AE2E0467188E}"/>
          </ac:spMkLst>
        </pc:spChg>
      </pc:sldChg>
      <pc:sldChg chg="modSp add mod">
        <pc:chgData name="PRINCE GUPTA" userId="9b303d28-60bd-4a86-b1de-17a0cfbfeb9b" providerId="ADAL" clId="{6861FF37-7370-4C91-AE7E-F6BAF18C2FAF}" dt="2024-10-17T17:22:25.845" v="284" actId="20577"/>
        <pc:sldMkLst>
          <pc:docMk/>
          <pc:sldMk cId="3750263446" sldId="280"/>
        </pc:sldMkLst>
        <pc:spChg chg="mod">
          <ac:chgData name="PRINCE GUPTA" userId="9b303d28-60bd-4a86-b1de-17a0cfbfeb9b" providerId="ADAL" clId="{6861FF37-7370-4C91-AE7E-F6BAF18C2FAF}" dt="2024-10-17T17:22:25.845" v="284" actId="20577"/>
          <ac:spMkLst>
            <pc:docMk/>
            <pc:sldMk cId="3750263446" sldId="280"/>
            <ac:spMk id="4" creationId="{9559E832-3D24-3F19-26EA-015E0B1CC8D1}"/>
          </ac:spMkLst>
        </pc:spChg>
      </pc:sldChg>
      <pc:sldChg chg="modSp add mod">
        <pc:chgData name="PRINCE GUPTA" userId="9b303d28-60bd-4a86-b1de-17a0cfbfeb9b" providerId="ADAL" clId="{6861FF37-7370-4C91-AE7E-F6BAF18C2FAF}" dt="2024-10-17T17:25:21.325" v="317" actId="1076"/>
        <pc:sldMkLst>
          <pc:docMk/>
          <pc:sldMk cId="3292546903" sldId="281"/>
        </pc:sldMkLst>
        <pc:spChg chg="mod">
          <ac:chgData name="PRINCE GUPTA" userId="9b303d28-60bd-4a86-b1de-17a0cfbfeb9b" providerId="ADAL" clId="{6861FF37-7370-4C91-AE7E-F6BAF18C2FAF}" dt="2024-10-17T17:25:21.325" v="317" actId="1076"/>
          <ac:spMkLst>
            <pc:docMk/>
            <pc:sldMk cId="3292546903" sldId="281"/>
            <ac:spMk id="4" creationId="{7FC3F82E-778E-564D-4444-EFC8C06AA1FD}"/>
          </ac:spMkLst>
        </pc:spChg>
      </pc:sldChg>
      <pc:sldChg chg="modSp add mod">
        <pc:chgData name="PRINCE GUPTA" userId="9b303d28-60bd-4a86-b1de-17a0cfbfeb9b" providerId="ADAL" clId="{6861FF37-7370-4C91-AE7E-F6BAF18C2FAF}" dt="2024-10-17T17:39:05.282" v="380" actId="403"/>
        <pc:sldMkLst>
          <pc:docMk/>
          <pc:sldMk cId="1919618776" sldId="282"/>
        </pc:sldMkLst>
        <pc:spChg chg="mod">
          <ac:chgData name="PRINCE GUPTA" userId="9b303d28-60bd-4a86-b1de-17a0cfbfeb9b" providerId="ADAL" clId="{6861FF37-7370-4C91-AE7E-F6BAF18C2FAF}" dt="2024-10-17T17:39:05.282" v="380" actId="403"/>
          <ac:spMkLst>
            <pc:docMk/>
            <pc:sldMk cId="1919618776" sldId="282"/>
            <ac:spMk id="3" creationId="{15C84BCC-0DB1-FDE0-3402-D7F5BF535CDB}"/>
          </ac:spMkLst>
        </pc:spChg>
      </pc:sldChg>
      <pc:sldChg chg="add">
        <pc:chgData name="PRINCE GUPTA" userId="9b303d28-60bd-4a86-b1de-17a0cfbfeb9b" providerId="ADAL" clId="{6861FF37-7370-4C91-AE7E-F6BAF18C2FAF}" dt="2024-10-17T17:41:40.388" v="405"/>
        <pc:sldMkLst>
          <pc:docMk/>
          <pc:sldMk cId="572851983" sldId="283"/>
        </pc:sldMkLst>
      </pc:sldChg>
      <pc:sldChg chg="modSp add mod">
        <pc:chgData name="PRINCE GUPTA" userId="9b303d28-60bd-4a86-b1de-17a0cfbfeb9b" providerId="ADAL" clId="{6861FF37-7370-4C91-AE7E-F6BAF18C2FAF}" dt="2024-10-17T17:45:12.853" v="423" actId="20577"/>
        <pc:sldMkLst>
          <pc:docMk/>
          <pc:sldMk cId="0" sldId="284"/>
        </pc:sldMkLst>
        <pc:spChg chg="mod">
          <ac:chgData name="PRINCE GUPTA" userId="9b303d28-60bd-4a86-b1de-17a0cfbfeb9b" providerId="ADAL" clId="{6861FF37-7370-4C91-AE7E-F6BAF18C2FAF}" dt="2024-10-17T17:45:12.853" v="423" actId="20577"/>
          <ac:spMkLst>
            <pc:docMk/>
            <pc:sldMk cId="0" sldId="284"/>
            <ac:spMk id="144" creationId="{00000000-0000-0000-0000-000000000000}"/>
          </ac:spMkLst>
        </pc:spChg>
      </pc:sldChg>
    </pc:docChg>
  </pc:docChgLst>
  <pc:docChgLst>
    <pc:chgData name="URJA" userId="S::urja.20211ccs0044@presidencyuniversity.in::d1d9ed2f-e447-4c83-88b6-b2dcc08415bc" providerId="AD" clId="Web-{B3FEF361-EFBD-8E92-EA8B-1FAD8067AAC6}"/>
    <pc:docChg chg="modSld">
      <pc:chgData name="URJA" userId="S::urja.20211ccs0044@presidencyuniversity.in::d1d9ed2f-e447-4c83-88b6-b2dcc08415bc" providerId="AD" clId="Web-{B3FEF361-EFBD-8E92-EA8B-1FAD8067AAC6}" dt="2024-11-19T15:48:27.663" v="1" actId="1076"/>
      <pc:docMkLst>
        <pc:docMk/>
      </pc:docMkLst>
      <pc:sldChg chg="modSp">
        <pc:chgData name="URJA" userId="S::urja.20211ccs0044@presidencyuniversity.in::d1d9ed2f-e447-4c83-88b6-b2dcc08415bc" providerId="AD" clId="Web-{B3FEF361-EFBD-8E92-EA8B-1FAD8067AAC6}" dt="2024-11-19T15:48:27.663" v="1" actId="1076"/>
        <pc:sldMkLst>
          <pc:docMk/>
          <pc:sldMk cId="3677332887" sldId="262"/>
        </pc:sldMkLst>
        <pc:picChg chg="mod">
          <ac:chgData name="URJA" userId="S::urja.20211ccs0044@presidencyuniversity.in::d1d9ed2f-e447-4c83-88b6-b2dcc08415bc" providerId="AD" clId="Web-{B3FEF361-EFBD-8E92-EA8B-1FAD8067AAC6}" dt="2024-11-19T15:48:27.663" v="1" actId="1076"/>
          <ac:picMkLst>
            <pc:docMk/>
            <pc:sldMk cId="3677332887" sldId="262"/>
            <ac:picMk id="5" creationId="{045A7A8F-83FD-1ECF-9EBA-00B66A54C0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AD288-E15B-4271-B55D-DDB1B43DC8BE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EC8B7-7AE0-485D-8CE3-A3E29B97A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367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1. Traffic Capture Module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Uses efficient packet-capturing libraries to </a:t>
            </a:r>
            <a:r>
              <a:rPr lang="en-US" b="1"/>
              <a:t>monitor network traffic</a:t>
            </a:r>
            <a:r>
              <a:rPr lang="en-US"/>
              <a:t> in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Capable of handling high-speed data streams with minimal impact on network performance.</a:t>
            </a:r>
          </a:p>
          <a:p>
            <a:r>
              <a:rPr lang="en-US" b="1"/>
              <a:t>2. Signature-Based Detection Module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Compares captured traffic against a database of known attack signatures to </a:t>
            </a:r>
            <a:r>
              <a:rPr lang="en-US" b="1"/>
              <a:t>identify familiar threats</a:t>
            </a:r>
            <a:r>
              <a:rPr lang="en-US"/>
              <a:t> (e.g., DDoS, malware, phishing).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Regular updates from external threat intelligence feeds to maintain </a:t>
            </a:r>
            <a:r>
              <a:rPr lang="en-US" b="1"/>
              <a:t>up-to-date signature sets</a:t>
            </a:r>
            <a:r>
              <a:rPr lang="en-US"/>
              <a:t>.</a:t>
            </a:r>
          </a:p>
          <a:p>
            <a:r>
              <a:rPr lang="en-US" b="1"/>
              <a:t>3. Anomaly Detection Module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Uses </a:t>
            </a:r>
            <a:r>
              <a:rPr lang="en-US" b="1"/>
              <a:t>machine learning algorithms</a:t>
            </a:r>
            <a:r>
              <a:rPr lang="en-US"/>
              <a:t> and </a:t>
            </a:r>
            <a:r>
              <a:rPr lang="en-US" b="1"/>
              <a:t>statistical analysis</a:t>
            </a:r>
            <a:r>
              <a:rPr lang="en-US"/>
              <a:t> to detect deviations from normal network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Capable of identifying </a:t>
            </a:r>
            <a:r>
              <a:rPr lang="en-US" b="1"/>
              <a:t>zero-day attacks</a:t>
            </a:r>
            <a:r>
              <a:rPr lang="en-US"/>
              <a:t> and unknown threat vectors.</a:t>
            </a:r>
          </a:p>
          <a:p>
            <a:r>
              <a:rPr lang="en-US" b="1"/>
              <a:t>4. Threat Classification &amp; Prioritization Module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Categorizes identified threats based on severity and impact, enabling users to </a:t>
            </a:r>
            <a:r>
              <a:rPr lang="en-US" b="1"/>
              <a:t>prioritize remediation</a:t>
            </a:r>
            <a:r>
              <a:rPr lang="en-US"/>
              <a:t> efforts.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Provides easy-to-understand descriptions and recommendations for each threat.</a:t>
            </a:r>
          </a:p>
          <a:p>
            <a:r>
              <a:rPr lang="en-US" b="1"/>
              <a:t>5. Remediation &amp; Response Module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Automatically suggests </a:t>
            </a:r>
            <a:r>
              <a:rPr lang="en-US" b="1"/>
              <a:t>mitigation strategies</a:t>
            </a:r>
            <a:r>
              <a:rPr lang="en-US"/>
              <a:t> and actionable steps based on the type of detected attack.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Allows users to </a:t>
            </a:r>
            <a:r>
              <a:rPr lang="en-US" b="1"/>
              <a:t>respond to threats directly</a:t>
            </a:r>
            <a:r>
              <a:rPr lang="en-US"/>
              <a:t> through the platform, improving reaction time.</a:t>
            </a:r>
          </a:p>
          <a:p>
            <a:r>
              <a:rPr lang="en-US" b="1"/>
              <a:t>6. User Interface &amp; Reporting Module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Centralized </a:t>
            </a:r>
            <a:r>
              <a:rPr lang="en-US" b="1"/>
              <a:t>dashboard</a:t>
            </a:r>
            <a:r>
              <a:rPr lang="en-US"/>
              <a:t> displaying real-time traffic analysis, threat alerts, and system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Generates </a:t>
            </a:r>
            <a:r>
              <a:rPr lang="en-US" b="1"/>
              <a:t>detailed reports</a:t>
            </a:r>
            <a:r>
              <a:rPr lang="en-US"/>
              <a:t> with actionable insights for administrators and non-technical users alike.</a:t>
            </a:r>
          </a:p>
          <a:p>
            <a:r>
              <a:rPr lang="en-US" b="1"/>
              <a:t>7. Customization &amp; Policy Management Module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Enables users to </a:t>
            </a:r>
            <a:r>
              <a:rPr lang="en-US" b="1"/>
              <a:t>create custom detection rules</a:t>
            </a:r>
            <a:r>
              <a:rPr lang="en-US"/>
              <a:t> and tailor threat detection policies to their specific network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Supports integration of external </a:t>
            </a:r>
            <a:r>
              <a:rPr lang="en-US" b="1"/>
              <a:t>threat intelligence feeds</a:t>
            </a:r>
            <a:r>
              <a:rPr lang="en-US"/>
              <a:t> for improved detection accuracy.</a:t>
            </a:r>
          </a:p>
          <a:p>
            <a:r>
              <a:rPr lang="en-US" b="1"/>
              <a:t>8. Performance Optimization Module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Implements </a:t>
            </a:r>
            <a:r>
              <a:rPr lang="en-US" b="1"/>
              <a:t>multi-threading</a:t>
            </a:r>
            <a:r>
              <a:rPr lang="en-US"/>
              <a:t>, </a:t>
            </a:r>
            <a:r>
              <a:rPr lang="en-US" b="1"/>
              <a:t>load balancing</a:t>
            </a:r>
            <a:r>
              <a:rPr lang="en-US"/>
              <a:t>, and </a:t>
            </a:r>
            <a:r>
              <a:rPr lang="en-US" b="1"/>
              <a:t>parallel processing</a:t>
            </a:r>
            <a:r>
              <a:rPr lang="en-US"/>
              <a:t> techniques to ensure high throughput and low latency, even under heavy network loads.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6EC8B7-7AE0-485D-8CE3-A3E29B97A36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11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877" y="1322386"/>
            <a:ext cx="10363200" cy="14700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99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9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1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78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68" y="304800"/>
            <a:ext cx="10668000" cy="487362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63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0" y="274638"/>
            <a:ext cx="7721600" cy="487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pic>
        <p:nvPicPr>
          <p:cNvPr id="2051" name="Picture 3" descr="C:\Users\AMMU\Desktop\Bord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09" y="139874"/>
            <a:ext cx="9686793" cy="69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02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7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56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59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6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3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6680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95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994CE30-7D40-4BC0-BA0D-56C992D5B4BD}" type="datetimeFigureOut">
              <a:rPr lang="en-GB" smtClean="0"/>
              <a:t>20/01/2025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3F0EAE8F-8B4C-436F-93E6-DF2509305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800" y="914400"/>
            <a:ext cx="10668000" cy="0"/>
          </a:xfrm>
          <a:prstGeom prst="line">
            <a:avLst/>
          </a:prstGeom>
          <a:noFill/>
          <a:ln w="57150" cmpd="thickThin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IN" sz="180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F5847C07-33FE-4652-A9FD-CD40E657B78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45"/>
          <a:stretch/>
        </p:blipFill>
        <p:spPr bwMode="auto">
          <a:xfrm>
            <a:off x="0" y="5991366"/>
            <a:ext cx="12192000" cy="866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84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FF0000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nceo741/High-Performance-Network-Intrusion-Detection-Engine-Software.g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 Performance Network Intrusion Detection Engine Software</a:t>
            </a:r>
            <a:endParaRPr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Batch Number: CCS-G34 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349613" cy="21946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/>
                        <a:t>20211CCS0044</a:t>
                      </a:r>
                      <a:endParaRPr lang="en-IN"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Urja Savalekar</a:t>
                      </a:r>
                      <a:endParaRPr lang="en-IN"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20211CCS0047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Adithya .R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20211CCS0076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strike="noStrike" cap="none"/>
                        <a:t>K Md Hizqueel Danish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/>
                        <a:t>20211CCS0096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Prince Gupta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</a:t>
            </a: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2" y="334089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PIP2001 Capstone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Final Review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61196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Bachelors of Technology 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Anandaraj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 Y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/ Dr. Abdul Khadar A / Mr. Md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Ziaur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Rahman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300" b="1">
                <a:solidFill>
                  <a:srgbClr val="1B1B27"/>
                </a:solidFill>
                <a:cs typeface="Raleway" pitchFamily="34" charset="-120"/>
              </a:rPr>
              <a:t>High-Performance Network Intrusion Detection System (NIDS)</a:t>
            </a:r>
            <a:br>
              <a:rPr lang="en-US" b="1">
                <a:solidFill>
                  <a:srgbClr val="1B1B27"/>
                </a:solidFill>
                <a:cs typeface="Raleway" pitchFamily="34" charset="-120"/>
              </a:rPr>
            </a:br>
            <a:endParaRPr lang="en-US" b="1"/>
          </a:p>
          <a:p>
            <a:r>
              <a:rPr lang="en-US">
                <a:solidFill>
                  <a:srgbClr val="3C3939"/>
                </a:solidFill>
                <a:cs typeface="Roboto" pitchFamily="34" charset="-120"/>
              </a:rPr>
              <a:t>This project presents the design and implementation of a real-time Network Intrusion Detection System (NIDS) capable of identifying network threats with minimal impact on performance. </a:t>
            </a:r>
          </a:p>
          <a:p>
            <a:r>
              <a:rPr lang="en-US">
                <a:solidFill>
                  <a:srgbClr val="3C3939"/>
                </a:solidFill>
                <a:cs typeface="Roboto" pitchFamily="34" charset="-120"/>
              </a:rPr>
              <a:t>The system combines signature-based and anomaly-based detection to provide comprehensive protection against both known and unknown attacks.</a:t>
            </a:r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48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Literature Review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6680BB-4335-D628-A93F-8A71200956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801" y="1080345"/>
            <a:ext cx="106680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papers reviewed on NIDS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covering: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Machine learning-based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Signature-based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Hybrid systems and their challenges in scalability and real-time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Threat intelligence integration and its impact on system latency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 learning models for anomaly detection, improving accuracy but at the cost of high processing   overhead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Optimization techniques for handling high-speed networks (up to 10 Gbps)</a:t>
            </a:r>
            <a:b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Gaps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Difficulty in scaling NIDS for large networks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computational cost of machine learning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False positives in anomaly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real-time adaptability to emerging threats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Need for a high-performance, scalable, and real-time NIDS solution combining the strengths of existing methods.</a:t>
            </a:r>
          </a:p>
        </p:txBody>
      </p:sp>
    </p:spTree>
    <p:extLst>
      <p:ext uri="{BB962C8B-B14F-4D97-AF65-F5344CB8AC3E}">
        <p14:creationId xmlns:p14="http://schemas.microsoft.com/office/powerpoint/2010/main" val="376771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1458-3602-B88D-69F2-536F2B2C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Existing method Drawback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04084E-F2C8-8D5F-6E22-AE2E046718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800" y="1051162"/>
            <a:ext cx="106680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Fragmented Tools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solutions like Snort, Suricata, and Wireshark require users to manage multiple tools for detection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single, consolidated platform that integrates threat detection, analysis, and remediation.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 for Users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tools demand in-depth knowledge of network protocols, packet analysis, and system internals.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accessibility for non-experts; difficult to interpret raw data and take actionable steps.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Simplified Risk Communication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systems often provide technical logs or alerts but do not convey risks in simple terms.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have to manually identify and respond to threats without clear guidance on remediation.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Integrated Remediation Solutions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 after detecting threats, these tools do not provide integrated methods for risk mitigation or remediation.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must rely on external knowledge or tools to address the vulnerabilities.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66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1458-3602-B88D-69F2-536F2B2C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Existing method Drawback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04084E-F2C8-8D5F-6E22-AE2E046718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337410"/>
            <a:ext cx="10668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Experience Challenges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 are not user-friendly for centralized control, requiring multiple configurations across different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Managing, configuring, and correlating data from various sources can be time-consuming and error-prone.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existing ecosystem is powerful but lacks cohesion and ease of use, leading to inefficiency and greater reliance on expert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2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Proposed Method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59E832-3D24-3F19-26EA-015E0B1CC8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800" y="1203889"/>
            <a:ext cx="106680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 Platform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comprehensive solution that integrates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traffic monitoring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attack detection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remediation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a single, user-friendly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Combines the functionality of multiple existing tools (e.g., Snort, Suricata, Wireshark) for seamless user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Simplified Risk Identification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clear, non-technical explanations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identified threats, enabling users to understand the nature of the risk without needing deep network expertise.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Offers real-time alerts that include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 attack descriptions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source identification, and potential system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Built-In Remediation Guidance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suggests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remediation steps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mitigation strategies for detected vulnerabilities.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users to act on threats within the platform, improving response time and reducing reliance on external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61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Proposed Method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59E832-3D24-3F19-26EA-015E0B1CC8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800" y="1164979"/>
            <a:ext cx="106680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High-Performance Architecture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real-time analysis, capable of handling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high-speed networks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(up to 10 Gbps and beyond) with minimal performance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Optimized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multi-threading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processing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techniques for efficient data handling and low-latency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lang="en-US" altLang="en-US" sz="1800" b="1"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Customizable Rules and Threat Intelligence Integration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rule creation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adapt detection mechanisms to the specific needs of the network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Integrates with external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 intelligence feeds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stay up-to-date with the latest attack vectors and vulnerabilities.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User-Centric Experience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control panel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managing traffic, threats, and reports in one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to be accessible for both network administrators and non-technical users, enhancing user experience and reducing the learning curve.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26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C3F82E-778E-564D-4444-EFC8C06AA1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800" y="1115893"/>
            <a:ext cx="106680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High-Performance Network Intrusion Detection System (NIDS)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a system capable of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traffic analysis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anomaly detection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modern high-speed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Consolidate Multiple Security Functions into a Single Platform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various network security tools and techniques to provide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 solution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detecting, analyzing, and responding to network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Threat Detection and Risk Communication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users to easily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threats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risks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requiring in-depth knowledge of networking or cybersecurity.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Clear Remediation Steps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remediation suggestions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detected vulnerabilities, improving response time and reducing the need for external intervention.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729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C3F82E-778E-564D-4444-EFC8C06AA1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800" y="1185819"/>
            <a:ext cx="10668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Scalability and Efficiency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the system to handle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high-throughput traffic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maintaining low latency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resource usage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performance in large-scale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User Experience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centralizes control, making it easier for both technical and non-technical users to manage network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Customizable and Extensible Design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 users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custom detection rules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integrate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threat intelligence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sources to stay updated on emerging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46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Methodology/Modules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DBC751-3A63-9E5D-47A7-922CC289E6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800" y="1045024"/>
            <a:ext cx="10668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Traffic Capture Module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Signature-Based Detection Module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Anomaly Detection Module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Threat Classification &amp; Prioritization Module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Remediation &amp; Response Module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User Interface &amp; Reporting Module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Customization &amp; Policy Management Module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Performance Optimization Module </a:t>
            </a:r>
          </a:p>
        </p:txBody>
      </p:sp>
    </p:spTree>
    <p:extLst>
      <p:ext uri="{BB962C8B-B14F-4D97-AF65-F5344CB8AC3E}">
        <p14:creationId xmlns:p14="http://schemas.microsoft.com/office/powerpoint/2010/main" val="2314944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A156-B1FC-CA07-89DA-0BCF63C1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</a:t>
            </a:r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52FC21-E023-8C72-0CC8-38EC3C3AE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99" y="1268361"/>
            <a:ext cx="9937810" cy="4640826"/>
          </a:xfrm>
        </p:spPr>
      </p:pic>
    </p:spTree>
    <p:extLst>
      <p:ext uri="{BB962C8B-B14F-4D97-AF65-F5344CB8AC3E}">
        <p14:creationId xmlns:p14="http://schemas.microsoft.com/office/powerpoint/2010/main" val="593898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97FD-7A7C-F5A7-82F8-E665F49E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Hardware/software components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4BCC-0DB1-FDE0-3402-D7F5BF53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/>
              <a:t>Programming Languages: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C/C++</a:t>
            </a:r>
            <a:r>
              <a:rPr lang="en-IN" sz="1800"/>
              <a:t>: For performance-critical packet capture and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Python</a:t>
            </a:r>
            <a:r>
              <a:rPr lang="en-IN" sz="1800"/>
              <a:t>: For scripting, automation, and integrating machine learning models.</a:t>
            </a:r>
            <a:br>
              <a:rPr lang="en-IN" sz="1800"/>
            </a:br>
            <a:endParaRPr lang="en-IN" sz="1800"/>
          </a:p>
          <a:p>
            <a:pPr marL="0" indent="0">
              <a:buNone/>
            </a:pPr>
            <a:r>
              <a:rPr lang="en-IN" sz="1800" b="1"/>
              <a:t>Network Traffic Monitoring: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err="1"/>
              <a:t>libpcap</a:t>
            </a:r>
            <a:r>
              <a:rPr lang="en-IN" sz="1800" b="1"/>
              <a:t>/</a:t>
            </a:r>
            <a:r>
              <a:rPr lang="en-IN" sz="1800" b="1" err="1"/>
              <a:t>tcpdump</a:t>
            </a:r>
            <a:r>
              <a:rPr lang="en-IN" sz="1800"/>
              <a:t>: Low-level packet capture and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DPI Tools</a:t>
            </a:r>
            <a:r>
              <a:rPr lang="en-IN" sz="1800"/>
              <a:t>: Deep Packet Inspection for detailed protocol examination.</a:t>
            </a:r>
            <a:br>
              <a:rPr lang="en-IN" sz="1800"/>
            </a:br>
            <a:endParaRPr lang="en-IN" sz="1800"/>
          </a:p>
          <a:p>
            <a:pPr marL="0" indent="0">
              <a:buNone/>
            </a:pPr>
            <a:r>
              <a:rPr lang="en-IN" sz="1800" b="1"/>
              <a:t>Intrusion Detection: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Snort/Suricata</a:t>
            </a:r>
            <a:r>
              <a:rPr lang="en-IN" sz="1800"/>
              <a:t>: Signature-based IDS for detecting known attacks.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Custom Rule Engine</a:t>
            </a:r>
            <a:r>
              <a:rPr lang="en-IN" sz="1800"/>
              <a:t>: Tailored detection rules for specific environments.</a:t>
            </a:r>
            <a:br>
              <a:rPr lang="en-IN" sz="1800"/>
            </a:br>
            <a:endParaRPr lang="en-IN" sz="1800"/>
          </a:p>
          <a:p>
            <a:pPr marL="0" indent="0">
              <a:buNone/>
            </a:pPr>
            <a:r>
              <a:rPr lang="en-IN" sz="1800" b="1"/>
              <a:t>Machine Learning &amp; AI: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Scikit-learn / TensorFlow</a:t>
            </a:r>
            <a:r>
              <a:rPr lang="en-IN" sz="1800"/>
              <a:t>: Anomaly detection using supervised/unsupervised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Pandas &amp; NumPy</a:t>
            </a:r>
            <a:r>
              <a:rPr lang="en-IN" sz="1800"/>
              <a:t>: Data preprocessing and statistical analysis.</a:t>
            </a:r>
            <a:br>
              <a:rPr lang="en-IN" sz="1800"/>
            </a:b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82555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97FD-7A7C-F5A7-82F8-E665F49E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Hardware/software components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4BCC-0DB1-FDE0-3402-D7F5BF53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/>
              <a:t>Databases: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Elasticsearch</a:t>
            </a:r>
            <a:r>
              <a:rPr lang="en-IN" sz="1800"/>
              <a:t>: Storage and querying of large volumes of logs and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MongoDB/SQLite</a:t>
            </a:r>
            <a:r>
              <a:rPr lang="en-IN" sz="1800"/>
              <a:t>: Storing configuration data and historical events.</a:t>
            </a:r>
            <a:br>
              <a:rPr lang="en-IN" sz="1800"/>
            </a:br>
            <a:endParaRPr lang="en-IN" sz="1800"/>
          </a:p>
          <a:p>
            <a:pPr marL="0" indent="0">
              <a:buNone/>
            </a:pPr>
            <a:r>
              <a:rPr lang="en-IN" sz="1800" b="1"/>
              <a:t>Alerting &amp; Reporting: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Logstash &amp; Kibana</a:t>
            </a:r>
            <a:r>
              <a:rPr lang="en-IN" sz="1800"/>
              <a:t>: Log management, visualization, and report 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SMTP Integration</a:t>
            </a:r>
            <a:r>
              <a:rPr lang="en-IN" sz="1800"/>
              <a:t>: Real-time email alerts for detected threats.</a:t>
            </a:r>
            <a:br>
              <a:rPr lang="en-IN" sz="1800"/>
            </a:br>
            <a:endParaRPr lang="en-IN" sz="1800"/>
          </a:p>
          <a:p>
            <a:pPr marL="0" indent="0">
              <a:buNone/>
            </a:pPr>
            <a:r>
              <a:rPr lang="en-IN" sz="1800" b="1"/>
              <a:t>Optimization &amp; Scalability: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Multi-threading/Parallel Processing</a:t>
            </a:r>
            <a:r>
              <a:rPr lang="en-IN" sz="1800"/>
              <a:t>: Performance optimization on multi-core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/>
              <a:t>Docker/Kubernetes</a:t>
            </a:r>
            <a:r>
              <a:rPr lang="en-IN" sz="1800"/>
              <a:t>: Containerized deployment for scalability and portability.</a:t>
            </a:r>
          </a:p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919618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Timeline of Project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8B680B-6E6B-F135-7ED3-C72693510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90" y="1143000"/>
            <a:ext cx="8088587" cy="4810753"/>
          </a:xfrm>
        </p:spPr>
      </p:pic>
    </p:spTree>
    <p:extLst>
      <p:ext uri="{BB962C8B-B14F-4D97-AF65-F5344CB8AC3E}">
        <p14:creationId xmlns:p14="http://schemas.microsoft.com/office/powerpoint/2010/main" val="3677332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Expected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1525AA-AF5B-7C24-961E-275F974C5D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800" y="1022065"/>
            <a:ext cx="10668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Enhanced Security Posture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Improved threat detection capabilities for known and unknown vulnerabilities.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Monitoring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Continuous visibility into network traffic for immediate insights on security events.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User-Friendly Interface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centralized dashboard simplifying security management for diverse users.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Customization and Flexibility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Tailored detection rules that enhance the system’s relevance to specific environments.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Data-Driven Decision Making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Comprehensive reports facilitating informed decisions for security teams.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Scalability and Performance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Optimized architecture supporting high-speed networks without performance loss.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with Threat Intelligence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Continuous updates from external feeds to enhance detection capabilities.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Cost-Effective Solution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Streamlined security processes leading to reduced operational costs.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Incident Response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Faster remediation with integrated response steps for security incidents. </a:t>
            </a:r>
          </a:p>
        </p:txBody>
      </p:sp>
    </p:spTree>
    <p:extLst>
      <p:ext uri="{BB962C8B-B14F-4D97-AF65-F5344CB8AC3E}">
        <p14:creationId xmlns:p14="http://schemas.microsoft.com/office/powerpoint/2010/main" val="1923928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0DB37D-E3C7-50FA-0131-F9F13C7F90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800" y="762000"/>
            <a:ext cx="106680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Security Framework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proposed Network Intrusion Detection System (NIDS) provides comprehensive detection and response capabilities for network threats.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 Threat Management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Real-time monitoring and customizable rules empower organizations to mitigate risks before escalation.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User-Centric Design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centralized dashboard enhances user experience, making security management accessible to all technical levels.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Insights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Integration with threat intelligence and detailed reporting facilitate informed decision-making for security teams.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Efficient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architecture supports high traffic loads while maintaining performance, ensuring adaptability to evolving networks.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 Solution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Streamlined processes reduce security breach costs, delivering a sustainable approach to network security.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Future-Ready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NIDS will continually adapt to emerging threats, ensuring long-term resilience and security for organizations.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571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https://github.com/princeo741/High-Performance-Network-Intrusion-Detection-Engine-Software.git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851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r>
              <a:rPr lang="en-IN" sz="3400" b="1">
                <a:latin typeface="Cambria" panose="02040503050406030204" pitchFamily="18" charset="0"/>
                <a:ea typeface="Cambria" panose="02040503050406030204" pitchFamily="18" charset="0"/>
              </a:rPr>
              <a:t>IEEE Paper Format References</a:t>
            </a:r>
          </a:p>
          <a:p>
            <a:pPr>
              <a:buFont typeface="+mj-lt"/>
              <a:buAutoNum type="arabicPeriod"/>
            </a:pPr>
            <a:r>
              <a:rPr lang="en-IN" b="1">
                <a:latin typeface="Cambria" panose="02040503050406030204" pitchFamily="18" charset="0"/>
                <a:ea typeface="Cambria" panose="02040503050406030204" pitchFamily="18" charset="0"/>
              </a:rPr>
              <a:t>S. S. Kim, M. G. S. V. Soares, and J. S. Park,</a:t>
            </a: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 "A High-Performance Intrusion Detection System Engine Based on Real-Time Network Traffic Analysis," </a:t>
            </a:r>
            <a:r>
              <a:rPr lang="en-IN" i="1">
                <a:latin typeface="Cambria" panose="02040503050406030204" pitchFamily="18" charset="0"/>
                <a:ea typeface="Cambria" panose="02040503050406030204" pitchFamily="18" charset="0"/>
              </a:rPr>
              <a:t>IEEE Transactions on Network and Service Management</a:t>
            </a: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, vol. 12, no. 3, pp. 285-298, Sept. 2020.</a:t>
            </a:r>
          </a:p>
          <a:p>
            <a:pPr>
              <a:buFont typeface="+mj-lt"/>
              <a:buAutoNum type="arabicPeriod"/>
            </a:pPr>
            <a:r>
              <a:rPr lang="en-IN" b="1">
                <a:latin typeface="Cambria" panose="02040503050406030204" pitchFamily="18" charset="0"/>
                <a:ea typeface="Cambria" panose="02040503050406030204" pitchFamily="18" charset="0"/>
              </a:rPr>
              <a:t>L. M. Zhang, T. R. T. Han, and Y. P. Li,</a:t>
            </a: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 "Optimizing Intrusion Detection Engines for High Throughput Environments," </a:t>
            </a:r>
            <a:r>
              <a:rPr lang="en-IN" i="1">
                <a:latin typeface="Cambria" panose="02040503050406030204" pitchFamily="18" charset="0"/>
                <a:ea typeface="Cambria" panose="02040503050406030204" pitchFamily="18" charset="0"/>
              </a:rPr>
              <a:t>IEEE Journal on Selected Areas in Communications</a:t>
            </a: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, vol. 38, no. 10, pp. 2200-2210, Oct. 2021.</a:t>
            </a:r>
          </a:p>
          <a:p>
            <a:pPr>
              <a:buFont typeface="+mj-lt"/>
              <a:buAutoNum type="arabicPeriod"/>
            </a:pPr>
            <a:r>
              <a:rPr lang="en-IN" b="1">
                <a:latin typeface="Cambria" panose="02040503050406030204" pitchFamily="18" charset="0"/>
                <a:ea typeface="Cambria" panose="02040503050406030204" pitchFamily="18" charset="0"/>
              </a:rPr>
              <a:t>H. J. Smith and C. E. W. Davis,</a:t>
            </a: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 "Advanced Techniques in High-Performance Intrusion Detection Systems," </a:t>
            </a:r>
            <a:r>
              <a:rPr lang="en-IN" i="1">
                <a:latin typeface="Cambria" panose="02040503050406030204" pitchFamily="18" charset="0"/>
                <a:ea typeface="Cambria" panose="02040503050406030204" pitchFamily="18" charset="0"/>
              </a:rPr>
              <a:t>IEEE Access</a:t>
            </a: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, vol. 9, pp. 105230-105245, Aug. 2021.</a:t>
            </a:r>
          </a:p>
          <a:p>
            <a:pPr>
              <a:buFont typeface="+mj-lt"/>
              <a:buAutoNum type="arabicPeriod"/>
            </a:pPr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3400" b="1">
                <a:latin typeface="Cambria" panose="02040503050406030204" pitchFamily="18" charset="0"/>
                <a:ea typeface="Cambria" panose="02040503050406030204" pitchFamily="18" charset="0"/>
              </a:rPr>
              <a:t>APA Style Citations</a:t>
            </a:r>
          </a:p>
          <a:p>
            <a:pPr>
              <a:buFont typeface="+mj-lt"/>
              <a:buAutoNum type="arabicPeriod"/>
            </a:pP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Kim, S. S., Soares, M. G. S. V., &amp; Park, J. S. (2020). A high-performance intrusion detection system engine based on real-time network traffic analysis. </a:t>
            </a:r>
            <a:r>
              <a:rPr lang="en-IN" i="1">
                <a:latin typeface="Cambria" panose="02040503050406030204" pitchFamily="18" charset="0"/>
                <a:ea typeface="Cambria" panose="02040503050406030204" pitchFamily="18" charset="0"/>
              </a:rPr>
              <a:t>IEEE Transactions on Network and Service Management, 12</a:t>
            </a: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(3), 285-298.</a:t>
            </a:r>
          </a:p>
          <a:p>
            <a:pPr>
              <a:buFont typeface="+mj-lt"/>
              <a:buAutoNum type="arabicPeriod"/>
            </a:pP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Zhang, L. M., Han, T. R. T., &amp; Li, Y. P. (2021). Optimizing intrusion detection engines for high throughput environments. </a:t>
            </a:r>
            <a:r>
              <a:rPr lang="en-IN" i="1">
                <a:latin typeface="Cambria" panose="02040503050406030204" pitchFamily="18" charset="0"/>
                <a:ea typeface="Cambria" panose="02040503050406030204" pitchFamily="18" charset="0"/>
              </a:rPr>
              <a:t>IEEE Journal on Selected Areas in Communications, 38</a:t>
            </a: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(10), 2200-2210.</a:t>
            </a:r>
          </a:p>
          <a:p>
            <a:pPr>
              <a:buFont typeface="+mj-lt"/>
              <a:buAutoNum type="arabicPeriod"/>
            </a:pP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Smith, H. J., &amp; Davis, C. E. W. (2021). Advanced techniques in high-performance intrusion detection systems. </a:t>
            </a:r>
            <a:r>
              <a:rPr lang="en-IN" i="1">
                <a:latin typeface="Cambria" panose="02040503050406030204" pitchFamily="18" charset="0"/>
                <a:ea typeface="Cambria" panose="02040503050406030204" pitchFamily="18" charset="0"/>
              </a:rPr>
              <a:t>IEEE Access, 9</a:t>
            </a: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, 105230-105245.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8A02-66E7-D4A9-0B63-EC7A4969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work mapping with SDG</a:t>
            </a:r>
            <a:endParaRPr lang="en-IN"/>
          </a:p>
        </p:txBody>
      </p:sp>
      <p:sp>
        <p:nvSpPr>
          <p:cNvPr id="4" name="AutoShape 2" descr="Image preview">
            <a:extLst>
              <a:ext uri="{FF2B5EF4-FFF2-40B4-BE49-F238E27FC236}">
                <a16:creationId xmlns:a16="http://schemas.microsoft.com/office/drawing/2014/main" id="{96B0E362-745E-C478-1396-BA189B7150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Image preview">
            <a:extLst>
              <a:ext uri="{FF2B5EF4-FFF2-40B4-BE49-F238E27FC236}">
                <a16:creationId xmlns:a16="http://schemas.microsoft.com/office/drawing/2014/main" id="{EA944A2A-59CE-0D28-76C1-2B1B38111B31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A5C49-56E5-A45C-A3F0-54AD20A74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133" y="1321213"/>
            <a:ext cx="6134534" cy="439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9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E2E7-D08E-652B-0544-24AA63C22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</a:t>
            </a:r>
            <a:endParaRPr lang="en-IN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9873B0C3-4189-34DF-C872-2389F2252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652" y="1143000"/>
            <a:ext cx="9228296" cy="4953000"/>
          </a:xfrm>
        </p:spPr>
      </p:pic>
    </p:spTree>
    <p:extLst>
      <p:ext uri="{BB962C8B-B14F-4D97-AF65-F5344CB8AC3E}">
        <p14:creationId xmlns:p14="http://schemas.microsoft.com/office/powerpoint/2010/main" val="2450897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4A7FA6-6421-C78F-3614-9D4991856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06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5D2C1-270A-C4A8-B54F-174FBF685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262"/>
            <a:ext cx="12192000" cy="6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94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6CC529-AB6E-5CC7-C90B-25C9EC25C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687"/>
            <a:ext cx="12192000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01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93D882-BB8C-9E7E-A1C6-D28278AAF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62"/>
            <a:ext cx="12192000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60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400"/>
          </a:p>
          <a:p>
            <a:pPr marL="0" indent="0" algn="ctr">
              <a:buNone/>
            </a:pPr>
            <a:endParaRPr lang="en-GB" sz="4400"/>
          </a:p>
          <a:p>
            <a:pPr marL="0" indent="0" algn="ctr">
              <a:buNone/>
            </a:pPr>
            <a:r>
              <a:rPr lang="en-GB" sz="60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91672322"/>
      </p:ext>
    </p:extLst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oinformatics" id="{2C23B8A5-E958-4A8C-AECF-01EA482D72F9}" vid="{45DF3A2B-1BA7-4465-AD96-220179DE36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2F44F221-9C78-4C97-822F-B731C6080D4A}"/>
</file>

<file path=customXml/itemProps2.xml><?xml version="1.0" encoding="utf-8"?>
<ds:datastoreItem xmlns:ds="http://schemas.openxmlformats.org/officeDocument/2006/customXml" ds:itemID="{55C9BDA1-67B1-465F-84C1-BB86E54A2B56}"/>
</file>

<file path=customXml/itemProps3.xml><?xml version="1.0" encoding="utf-8"?>
<ds:datastoreItem xmlns:ds="http://schemas.openxmlformats.org/officeDocument/2006/customXml" ds:itemID="{AD5937DF-9268-409D-80E8-FD577F31CCAB}"/>
</file>

<file path=docProps/app.xml><?xml version="1.0" encoding="utf-8"?>
<Properties xmlns="http://schemas.openxmlformats.org/officeDocument/2006/extended-properties" xmlns:vt="http://schemas.openxmlformats.org/officeDocument/2006/docPropsVTypes">
  <Template>Bioinformatics</Template>
  <TotalTime>2</TotalTime>
  <Words>2126</Words>
  <Application>Microsoft Office PowerPoint</Application>
  <PresentationFormat>Widescreen</PresentationFormat>
  <Paragraphs>205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Bookman Old Style</vt:lpstr>
      <vt:lpstr>Calibri</vt:lpstr>
      <vt:lpstr>Cambria</vt:lpstr>
      <vt:lpstr>Raleway</vt:lpstr>
      <vt:lpstr>Roboto</vt:lpstr>
      <vt:lpstr>Verdana</vt:lpstr>
      <vt:lpstr>Bioinformatics</vt:lpstr>
      <vt:lpstr>High Performance Network Intrusion Detection Engine Software</vt:lpstr>
      <vt:lpstr>Introduction</vt:lpstr>
      <vt:lpstr>Literature Review</vt:lpstr>
      <vt:lpstr>Existing method Drawback</vt:lpstr>
      <vt:lpstr>Existing method Drawback</vt:lpstr>
      <vt:lpstr>Proposed Method</vt:lpstr>
      <vt:lpstr>Proposed Method</vt:lpstr>
      <vt:lpstr>Objectives</vt:lpstr>
      <vt:lpstr>Objectives</vt:lpstr>
      <vt:lpstr>Methodology/Modules</vt:lpstr>
      <vt:lpstr>Architecture</vt:lpstr>
      <vt:lpstr>Hardware/software components</vt:lpstr>
      <vt:lpstr>Hardware/software components</vt:lpstr>
      <vt:lpstr>Timeline of Project</vt:lpstr>
      <vt:lpstr>Expected Outcomes</vt:lpstr>
      <vt:lpstr>Conclusion</vt:lpstr>
      <vt:lpstr>Github Link</vt:lpstr>
      <vt:lpstr>References</vt:lpstr>
      <vt:lpstr>Project work mapping with SDG</vt:lpstr>
      <vt:lpstr>OUTCOMES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Sanjeev P Kaulgud-Asst. Prof-CSE</dc:creator>
  <cp:lastModifiedBy>Aditya R</cp:lastModifiedBy>
  <cp:revision>4</cp:revision>
  <dcterms:created xsi:type="dcterms:W3CDTF">2023-03-16T03:26:27Z</dcterms:created>
  <dcterms:modified xsi:type="dcterms:W3CDTF">2025-01-20T07:08:09Z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